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63477"/>
          </a:solidFill>
          <a:ln w="12700">
            <a:solidFill>
              <a:srgbClr val="2634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263477"/>
          </a:solidFill>
          <a:ln w="12700">
            <a:solidFill>
              <a:srgbClr val="2634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SECURITY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&amp; Encryption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Core Java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MessageDigest (SHA-256)  •  Cipher (AES)  •  BCrypt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921240" y="274320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148840"/>
            <a:ext cx="731520" cy="822960"/>
          </a:xfrm>
          <a:prstGeom prst="ellipse">
            <a:avLst/>
          </a:prstGeom>
          <a:ln w="4445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Security Basics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java.security &amp; javax.crypto packages for hashing and encryption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770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— SHA-256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3108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hashing with MessageDigest, and the avalanche effect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822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— AES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160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&amp; decrypting data with the Cipher class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9377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8737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 — BCrypt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5212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Salted, slow hashing purpose-built for passwords, via jBCrypt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Security  •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Hashing with MessageDigest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turns a password into a fixed-length, one-way hash — never store plain text.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0F1430"/>
          </a:solidFill>
          <a:ln w="12700">
            <a:solidFill>
              <a:srgbClr val="0F1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39112"/>
            <a:ext cx="608990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java.security.MessageDigest;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java.util.Base64;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PasswordHashExample {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String hashPassword(String password)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throws Exception {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MessageDigest digest =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MessageDigest.getInstance("SHA-256");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byte[] hashedBytes =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digest.digest(password.getBytes());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Base64.getEncoder()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.encodeToString(hashedBytes);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87452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331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reversed back to the original password.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329184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380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produces the exact same hash.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470916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4828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5166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hashing is brute-forceable. Use a salt, or prefer BCrypt/PBKDF2/Argon2 for passwords.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Security  •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SHA-256: Key Properties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output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256 bits (32 bytes), regardless of input size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44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effect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4107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changed character flips roughly half the output bits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79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Collision-resistant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6451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Practically impossible to find two inputs sharing a hash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Effect — One Character Changes Everything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F1430"/>
          </a:solidFill>
          <a:ln w="12700">
            <a:solidFill>
              <a:srgbClr val="0F1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</a:t>
            </a:r>
            <a:pPr indent="0" marL="0"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  </a:t>
            </a:r>
            <a:pPr indent="0" marL="0">
              <a:buNone/>
            </a:pPr>
            <a:r>
              <a:rPr lang="en-US" sz="1250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a591a6d40bf420...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30175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F1430"/>
          </a:solidFill>
          <a:ln w="12700">
            <a:solidFill>
              <a:srgbClr val="0F1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127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</a:t>
            </a:r>
            <a:pPr indent="0" marL="0"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World!"</a:t>
            </a:r>
            <a:pPr indent="0" marL="0">
              <a:buNone/>
            </a:pP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(+1 char)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  </a:t>
            </a:r>
            <a:pPr indent="0" marL="0">
              <a:buNone/>
            </a:pPr>
            <a:r>
              <a:rPr lang="en-US" sz="125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7f83b1657ff1fc...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2648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different hash — even though only one character changed in the input.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digital signatures  •  blockchain proof-of-work  •  file-integrity checks  •  TLS certificates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Security  •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Symmetric Encryption with AES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lets you encrypt and decrypt with the same key — ideal for securing data at rest or in transit.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0F1430"/>
          </a:solidFill>
          <a:ln w="12700">
            <a:solidFill>
              <a:srgbClr val="0F1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39112"/>
            <a:ext cx="6272784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KeyGenerator keyGen = KeyGenerator.getInstance("AES");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keyGen.init(128);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SecretKey secretKey = keyGen.generateKey();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 cipher = Cipher.getInstance("AES");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cipher.init(Cipher.ENCRYPT_MODE, secretKey);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encrypted =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cipher.doFinal("Hello, Secure World!".getBytes());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cipher.init(Cipher.DECRYPT_MODE, secretKey);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decrypted = cipher.doFinal(encrypted);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945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945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98280" y="219456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584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9760" y="21945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0" y="21945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+ Key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306324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0632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(Base64)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37033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same 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406908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40690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(recovered)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securing sensitive data (files, config values, tokens) that must be decrypted again later.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Security  •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for Password Storage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JDK — add jBCrypt. Salting is automatic, and hashing is deliberately slow.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F1430"/>
          </a:solidFill>
          <a:ln w="12700">
            <a:solidFill>
              <a:srgbClr val="0F1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39112"/>
            <a:ext cx="499262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hashed = BCrypt.hashpw(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plainPassword, BCrypt.gensalt());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matches = BCrypt.checkpw(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loginAttempt, hashed);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only if loginAttempt == original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</a:t>
            </a:r>
            <a:pPr indent="0" marL="0">
              <a:buNone/>
            </a:pPr>
            <a:r>
              <a:rPr lang="en-US" sz="115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10$</a:t>
            </a:r>
            <a:pPr indent="0" marL="0">
              <a:buNone/>
            </a:pPr>
            <a:r>
              <a:rPr lang="en-US" sz="1150" b="1" dirty="0">
                <a:solidFill>
                  <a:srgbClr val="9F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N9qo8uLOickgx2ZMRZoMye</a:t>
            </a:r>
            <a:pPr indent="0" marL="0">
              <a:buNone/>
            </a:pPr>
            <a:r>
              <a:rPr lang="en-US" sz="115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IjZAgcfl7p92ldGxad68LJZdL17lhWy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F1430"/>
          </a:solidFill>
          <a:ln w="12700">
            <a:solidFill>
              <a:srgbClr val="0F1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33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</a:t>
            </a:r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10$</a:t>
            </a:r>
            <a:pPr indent="0" marL="0">
              <a:buNone/>
            </a:pPr>
            <a:r>
              <a:rPr lang="en-US" sz="1100" dirty="0">
                <a:solidFill>
                  <a:srgbClr val="D8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N9qo8uLOickgx2ZMRZoMyeIjZAgcfl7p9...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• cost factor • salt + hash — all in one string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8470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 vs  BCrypt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240280"/>
          <a:ext cx="539496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slow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Tunable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(gensalt rounds)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172200" y="4892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992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52852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at cost 10-12 limits attackers to thousands of guesses/sec, vs. billions/sec with raw SHA-256 — this is why Spring Security defaults to BCryptPasswordEncoder.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Security  •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477"/>
          </a:solidFill>
          <a:ln w="12700">
            <a:solidFill>
              <a:srgbClr val="2634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64792"/>
            <a:ext cx="54864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MessageDigest (SHA-256)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1214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one-way hashing — great for integrity checks, risky alone for passwords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16352"/>
            <a:ext cx="54864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(AES)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1729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for data you need to decrypt again later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67912"/>
            <a:ext cx="54864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40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Purpose-built, salted, slow hashing — the right tool for storing passwords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try Spring Security's BCryptPasswordEncoder for a framework-managed approach.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2026-07-17T07:43:28Z</dcterms:created>
  <dcterms:modified xsi:type="dcterms:W3CDTF">2026-07-17T07:43:28Z</dcterms:modified>
</cp:coreProperties>
</file>