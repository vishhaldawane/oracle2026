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Trainer's Field Guide — Setup, Authentication, Authorization,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LDAP, REST, and Access Control Lists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28016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TOPICS  ·  WORKED CODE EXAMPLES  ·  MUMBAI &amp; PUNE FY27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topics across setup, authentication, authorization, LDAP, REST, and ACL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Setup &amp; Form-Based Authentication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9339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339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– Log In and Log Out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– URL-Based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929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929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– Security Expressions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07238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– In 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4518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518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— In-Memory Authentication Provider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8313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8313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— JDBC-Backed Authentication Provider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2108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2108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Authentication with JPA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5902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5902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with a Cookie — Basic Setup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9697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9697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with a Cookie — Advanced Analysis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349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with Persistence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7287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7287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— Advanced Scenarios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108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6108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 LDAP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1554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15544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with LDAP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193395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19339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— External LDAP Server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0" y="2313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23134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with Expressions — URL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0" y="26929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26929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with Expressions — In Page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30723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07238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with Expressions — on Methods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00800" y="34518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34518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Service and Its Setup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0" y="38313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383133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with Basic Authentication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400800" y="42108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0" y="42108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with Digest Authentication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0800" y="45902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45902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 Security &amp; ACL — Introduction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400800" y="49697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58000" y="49697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ACL Data Structure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00800" y="5349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5349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ACL Setup and Configuration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0" y="57287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0" y="57287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ACL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 Setup &amp; Form-Based Authentication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drops a chain of servlet filters in front of every request. Form-based login is the default flow: an unauthenticated request is redirected to an HTML login page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spring-boot-starter-security — every endpoint is secured by default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SecurityFilterChain bean wires authorization rules and formLogin()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requests redirect to /login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login redirects back to the originally requested URL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web-security-config.java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 filterChain(HttpSecurity http)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Exception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http.authorizeHttpRequests(auth -&gt; auth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.anyRequest().authenticated())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.formLogin(Customizer.withDefaults());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http.build();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1/25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– Log In and Log Out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login-logout.java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http.formLogin(form -&gt; form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.loginPage("/login")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.defaultSuccessUrl("/dashboard", true))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.logout(logout -&gt; logout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.logoutUrl("/logout")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.logoutSuccessUrl("/login?logout"));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confirms who the user is. Spring Security manages the login POST and the logout request internally through dedicated filters, so you rarely write this logic by hand.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UsernamePasswordAuthenticationFilter processes /login submissions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SecurityContext holds the Authentication object for the session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logout() clears the session, expires cookies, and can redirect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success/failure handlers control what happens after 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2/25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– URL-Based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 authorization decides access by matching the request path and method against an ordered rule chain — the first matching rule wins.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authorizeHttpRequests().requestMatchers(...) declares each rule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must run from most specific to most general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hasRole("ADMIN") vs hasAuthority("ROLE_ADMIN") — know the prefix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paths fall through to a default catch-all rule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url-authorization.java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.authorizeHttpRequests(auth -&gt; auth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.requestMatchers("/admin/**").hasRole("ADMIN")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.requestMatchers("/api/public/**").permitAll()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.anyRequest().authenticated())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3/25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– Security Expressions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security-expression.java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.requestMatchers("/reports/**")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.access(new WebExpressionAuthorizationManager(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"hasRole('MANAGER') and " +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"hasAuthority('REPORTS_VIEW')"))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SpEL-based expressions give fine-grained, dynamic authorization decisions that go beyond a simple role check, evaluated against the current Authentication.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hasRole, hasAuthority, hasAnyRole, permitAll, denyAll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and() / or() inside one expression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principal are usable inside the expression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slower to read — keep expressions short and named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4/25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– In Page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views need to hide UI the current user isn't authorized to see — done declaratively with Thymeleaf's Spring Security dialect.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sec:authorize="hasRole('ADMIN')" hides or shows a fragment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sec:authentication="name" prints the logged-in principal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View-layer checks are UX only, not real enforcement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re-check the same rule on the endpoint itself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sec:authorize="hasRole('ADMIN')"&gt;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href="/admin/users"&gt;Manage Users&lt;/a&gt;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sec:authentication="name"&gt;User&lt;/span&gt;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5/25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— In-Memory Authentication Provider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in-memory-users.java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 users(PasswordEncoder enc)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UserDetails u = User.withUsername("alex")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.password(enc.encode("pass123"))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.roles("USER").build();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InMemoryUserDetailsManager(u);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provider keeps users directly in application memory — ideal for demos, prototypes, and tests, but never for production.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InMemoryUserDetailsManager holds a fixed or dynamic user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must always be encoded, never stored as plain 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quick prototypes — the list is lost on every restart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= adding a new UserDetails object at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6/25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— JDBC-Backed Authentication Provider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JdbcUserDetailsManager persists users and authorities in relational tables with plain SQL, so registered accounts survive a restart.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schema: users(username,password,enabled) + authorities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JdbcUserDetailsManager simply wraps a DataSource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createUser() inserts a new row as part of registration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schema can be swapped for custom SQL queries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jdbc-users.java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UserDetailsManager users(DataSource ds)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JdbcUserDetailsManager(ds);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Registration: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mgr.createUser(User.withUsername("neha")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.password(enc.encode("p@ss")).roles("USER").build());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7/25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Authentication with JPA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jpa-user-details-service.java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UserDetailsServiceImpl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UserDetailsService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UserDetails loadUserByUsername(String u)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repo.findByUsername(u)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.orElseThrow(() -&gt;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UsernameNotFoundException(u));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real domain model you implement UserDetailsService yourself, backed by a JPA repository, so login runs against your own User entity.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User entity maps to Spring Security's UserDetails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Data JPA repository does the actual persistence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UserDetailsService bridges entity and framework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= repository.save(new User(...encodedPassword))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8/25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Remember-Me with a Cookie — Basic Setup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issues a persistent cookie so a returning user's session survives a browser restart without re-entering credentials.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.rememberMe() on HttpSecurity turns the feature 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hash of username + expiry + password hash + a secret key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rememberMeParameter matches a checkbox on the login form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a single token can't be revoked individually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remember-me-basic.java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http.rememberMe(rm -&gt; rm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.key("uniqueAndSecret")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.tokenValiditySeconds(1209600)); // 2 weeks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9/25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Remember-Me with a Cookie — Advanced Analysis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alex's password hash changes, every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remember-me cookie issued to alex stops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immediately — because the hash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baked into the token itself.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closer at the token's structure shows the trade-off: it is stateless, but a stolen cookie stays valid until it expires — there's no way to kill one session alone.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= base64(username:expiry:MD5(username:expiry:password:key))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user's password invalidates every remember-me cookie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state means no per-device logout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key or password hash compromises the whole scheme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10/25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11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Remember-Me with Persistence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persistent-token approach stores tokens in a database table, enabling per-device revocation — a real security upgrade over the pure hash cookie.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PersistentTokenRepository (JdbcTokenRepositoryImpl)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gets its own series/token pair, refreshed on login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out one device leaves every other device untouched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can be revoked by deleting its database row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persistent-remember-me.java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PersistentTokenRepository tokenRepo(DataSource ds)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JdbcTokenRepositoryImpl repo =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JdbcTokenRepositoryImpl();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repo.setDataSource(ds);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repo;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http.rememberMe(rm -&gt; rm.tokenRepository(tokenRepo(ds)));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11/25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12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Remember-Me — Advanced Scenarios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stolen and replayed old token throws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CookieTheftException — Spring Security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proactively invalidates every remember-me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belonging to that user.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Remember-Me must handle multiple concurrent devices, detect token theft, and apply policies suited to how sensitive the app 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an old series/token pair signals theft — Spring logs the user out everywhere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RememberMeServices supports non-cookie clients like mobile apps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well with a "trusted device" UX pattern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token validity sharply for sensitive apps (banking, admin)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12/25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13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with LDAP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authentication checks credentials against a corporate directory, such as Active Directory, instead of a local database — the backbone of enterprise single sign-on.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LdapAuthenticationProvider binds to the directory with the entered password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userDnPatterns or userSearchFilter locates the matching entry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fit when identity already lives in corporate infrastructure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never stores the password — the directory owns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ldap-auth.java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auth.ldapAuthentication()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.userDnPatterns("uid={0},ou=people")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.contextSource()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.url("ldap://localhost:8389/dc=example,dc=com");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13/25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with LDAP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ldap-authorization.java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.userDnPatterns("uid={0},ou=people")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.groupSearchBase("ou=groups")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.groupSearchFilter("member={0}")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verifying identity, LDAP also supplies group membership, which Spring Security maps straight onto roles for authorization decisions.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groupSearchBase / groupSearchFilter locate group entries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LdapAuthoritiesPopulator turns LDAP groups into GrantedAuthority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such as ROLE_ADMIN can be centrally managed in the directory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authorization consistent across every app using the directory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14/25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Authorization — External LDAP Server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an embedded test directory to a real external LDAP/AD server brings production concerns: connection pooling, TLS, and failover.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contextSource().url() points to ldaps://your-ad-server:636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dedicated bind service account, never a real user, for searches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connection pooling and sensible timeouts to avoid hangs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real AD schema — sAMAccountName differs from generic LDAP uid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the embedded ApacheDS test server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ldaps://corp-ad.company.com:636 and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 with a dedicated svc-ldap-bind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account.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15/25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16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with Expressions — URL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url-expression.java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.requestMatchers("/orders/{id}")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.access((auth, ctx) -&gt;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AuthorizationDecision(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orderService.isOwner(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ctx.getVariables().get("id"), auth.get())));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SpEL with URL matchers lets you write conditional, context-aware access rules directly in the filter chain, not just static role checks.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access(...) accepts any custom AuthorizationManager per URL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variables and request context are available to the 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time-based or ownership-based URL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complex logic in a named, testable bean 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16/25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17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with Expressions — In Page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expression language driving URL rules can control view visibility, so one permission model governs both the route and the button.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sec:authorize="hasPermission(#report,'READ')" in Thymeleaf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view in sync with the backend permission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expression names — don't duplicate role logic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or service still enforces the real check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sec:authorize=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"hasAuthority('REPORT_EXPORT')"&gt;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17/25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18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with Expressions — on Methods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order-service.java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"#id == authentication.principal.id " +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 hasRole('ADMIN')")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Order getOrder(Long id) { ...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security applies SpEL checks directly on service or controller methods with annotations, enforcing rules exactly where the business logic runs.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 turns on annotation-driven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runs before the method; @PostAuthorize after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arguments are available as #paramName inside the expression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domain rules like "only the owner may edit this record"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18/25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19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Service and Its Setup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 REST API differs from a browser app: there is no login form, sessions are typically stateless, and clients need a token-based flow instead.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SessionCreationPolicy.STATELESS avoids server-side sessions entirely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 is usually disabled for stateless, token-based APIs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401/403 JSON instead of redirecting to a login page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API its own SecurityFilterChain matched to /api/**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rest-security-config.java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http.securityMatcher("/api/**")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.sessionManagement(sm -&gt;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sm.sessionCreationPolicy(STATELESS))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.csrf(csrf -&gt; csrf.disable());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19/25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20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with Basic Authentication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-u alex:pass123 \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https://api.example.com/orders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Basic sends a base64-encoded username:password on every request via the Authorization header — simple, but only safe over HTTPS.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.httpBasic(Customizer.withDefaults()) enables it in one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session is created when paired with STATELESS policy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travel on every single call — TLS is non-negotiable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fit for simple service-to-service or internal APIs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20/25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21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with Digest Authentication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auth hashes credentials with a server-issued nonce instead of sending the password itself — built for a world before HTTPS was universal.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MD5(username:realm:password:nonce...), never the password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per-request nonce and counter prevent simple replay attacks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superseded today by TLS + Basic, or OAuth2 / JWT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useful knowledge for interoperating with older systems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client never transmits the raw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— only a computed hash such as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response=6629fae49393a05397450978507c4ef1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21/25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22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 Security &amp; ACL — Introduction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shared-drive app where every Document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needs its own READ/WRITE grants per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is the textbook ACL use case.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apps need per-instance permissions — "Alex can edit Document #42 but not #43" — which role checks can't express. Access Control Lists (ACLs) can.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 grant permissions on individual object instances, not just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dedicated acl_* database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fit for document management and multi-tenant ownership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than method security — reserve it for genuine per-object rules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22/25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23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ACL Data Structure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Security's ACL model is four related tables that together answer one question: who can do what to which specific object.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acl_class — which domain types are secured (e.g. com.app.Document)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acl_object_identity — one row per secured object instance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acl_sid — the security identities involved (users or roles)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acl_entry — the permission bits (READ/WRITE/DELETE/ADMINISTER) per SID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#42's acl_object_identity row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 to an acl_entry that grants SID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'alex' a READ + WRITE permission mask.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23/25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24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ACL Setup and Configuration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document-service.java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"hasPermission(returnObject, 'READ')")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Document getDocument(Long id) { ...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ACL support needs a JdbcMutableAclService, a cache, and a permission-checking expression used from the service layer.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JdbcMutableAclService reads and writes the acl_*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EhCacheBasedAclCache avoids hitting the database on every 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5811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480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hasPermission(#doc,'WRITE') is the expression that checks the ACL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5239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13892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permissions explicitly the moment an object is created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24/25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25 / 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ACL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ACL deployments add permission inheritance, custom permission bits, and audit logging so the model scales to a full compliance-grade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inheritance lets child objects inherit a parent's entries (folder → file)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Permission classes go beyond the default READ/WRITE/CREATE 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891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AuditLogger records every grant/deny decision for compliance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7492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Batch-loading ACLs and tuning cache size matters at real scale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508760"/>
            <a:ext cx="4480560" cy="47091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331720"/>
            <a:ext cx="3931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Granting "Finance Team: READ" on a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can propagate down automatically,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every file added to it later inherits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READ permission.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 |  25/25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7373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(who you are) and Authorization (what you can do) are separate concerns — model them separately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697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stateless REST security (STATELESS + token auth) over sessions for APIs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Remember-Me and LDAP both trade convenience for a wider attack surface — mitigate deliberately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617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ACLs only when you truly need per-object permissions — method security covers most real apps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2026-07-24T11:19:01Z</dcterms:created>
  <dcterms:modified xsi:type="dcterms:W3CDTF">2026-07-24T11:19:01Z</dcterms:modified>
</cp:coreProperties>
</file>