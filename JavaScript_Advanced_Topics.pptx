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JAVASCRIPT IN PRACTICE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Advanced Browser Techniques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· What it is · How it works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· Animation · WebSockets · Web Workers · Packaging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 is unpacked the same way: Why it exists, What it is, and How it works.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ppt-project/icons/icon-graph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470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099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783080" y="17099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Advanced Graphics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0208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Canvas API for custom visuals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5146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ppt-project/icons/icon-anim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6700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5328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783080" y="25328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Animating the User Interface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783080" y="28437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transitions &amp; the Web Animations API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3375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ppt-project/icons/icon-webs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4930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3558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783080" y="33558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Communication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83080" y="36667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connections with WebSockets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/home/claude/ppt-project/icons/icon-work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31596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1788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783080" y="41788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Processing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1783080" y="44897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Offloading work with Web Workers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4983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4" descr="/home/claude/ppt-project/icons/icon-packag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13892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50017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1783080" y="50017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for Production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1783080" y="5312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JavaScript with Webpack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-project/icons/icon-graph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57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Advanced Graphics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60020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Canvas API for custom visuals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874520"/>
            <a:ext cx="1069848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2148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ppt-project/icons/icon-w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27685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91640" y="2423160"/>
            <a:ext cx="9464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and CSS alone can’t render freeform shapes, charts, or generative art. When an app needs pixel-level control — games, data visualizations, image editors — the Canvas API is the tool.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31520" y="3977640"/>
            <a:ext cx="1069848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00584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ppt-project/icons/icon-w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437997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691640" y="4526280"/>
            <a:ext cx="9464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low-level 2D (or 3D via WebGL) drawing surface exposed by the &lt;canvas&gt; element. JavaScript issues drawing commands directly onto a bitmap the browser paints on screen.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  —  Why &amp; What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ppt-project/icons/icon-h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Advanced Graphics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600200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05840" y="2423160"/>
            <a:ext cx="0" cy="548640"/>
          </a:xfrm>
          <a:prstGeom prst="line">
            <a:avLst/>
          </a:prstGeom>
          <a:noFill/>
          <a:ln w="25400">
            <a:solidFill>
              <a:srgbClr val="D5DCE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1554480" y="182880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10" name="Text 7"/>
          <p:cNvSpPr/>
          <p:nvPr/>
        </p:nvSpPr>
        <p:spPr>
          <a:xfrm>
            <a:off x="1783080" y="18288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canvas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83080" y="216712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&lt;canvas&gt; element in the HTML with a defined width and height.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2971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005840" y="3520440"/>
            <a:ext cx="0" cy="548640"/>
          </a:xfrm>
          <a:prstGeom prst="line">
            <a:avLst/>
          </a:prstGeom>
          <a:noFill/>
          <a:ln w="25400">
            <a:solidFill>
              <a:srgbClr val="D5DCE6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554480" y="292608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16" name="Text 13"/>
          <p:cNvSpPr/>
          <p:nvPr/>
        </p:nvSpPr>
        <p:spPr>
          <a:xfrm>
            <a:off x="1783080" y="29260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context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783080" y="326440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canvas.getContext("2d") to obtain the drawing API.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31520" y="4069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1005840" y="4617720"/>
            <a:ext cx="0" cy="548640"/>
          </a:xfrm>
          <a:prstGeom prst="line">
            <a:avLst/>
          </a:prstGeom>
          <a:noFill/>
          <a:ln w="25400">
            <a:solidFill>
              <a:srgbClr val="D5DCE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554480" y="402336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22" name="Text 19"/>
          <p:cNvSpPr/>
          <p:nvPr/>
        </p:nvSpPr>
        <p:spPr>
          <a:xfrm>
            <a:off x="1783080" y="4023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783080" y="436168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methods like fillRect, arc, and gradients to paint shapes and color.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31520" y="5166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1554480" y="512064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27" name="Text 24"/>
          <p:cNvSpPr/>
          <p:nvPr/>
        </p:nvSpPr>
        <p:spPr>
          <a:xfrm>
            <a:off x="1783080" y="51206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(optional)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783080" y="545896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and redraw each requestAnimationFrame tick for motion.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  —  How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-project/icons/icon-ani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57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Animating the User Interface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60020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transitions &amp; the Web Animations API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874520"/>
            <a:ext cx="1069848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2148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ppt-project/icons/icon-w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27685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91640" y="2423160"/>
            <a:ext cx="9464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UI changes feel jarring and can hide what just happened. Smooth motion guides attention, signals feedback, and makes an interface feel responsive and polished.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31520" y="3977640"/>
            <a:ext cx="1069848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00584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ppt-project/icons/icon-w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437997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691640" y="4526280"/>
            <a:ext cx="9464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interpolate CSS property changes automatically (transitions and keyframes), or JavaScript can drive animation directly and imperatively via element.animate().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  —  Why &amp; What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ppt-project/icons/icon-h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Animating the User Interface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600200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05840" y="2423160"/>
            <a:ext cx="0" cy="548640"/>
          </a:xfrm>
          <a:prstGeom prst="line">
            <a:avLst/>
          </a:prstGeom>
          <a:noFill/>
          <a:ln w="25400">
            <a:solidFill>
              <a:srgbClr val="D5DCE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1554480" y="182880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10" name="Text 7"/>
          <p:cNvSpPr/>
          <p:nvPr/>
        </p:nvSpPr>
        <p:spPr>
          <a:xfrm>
            <a:off x="1783080" y="18288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states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83080" y="216712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starting style and a target style (a CSS class or keyframe).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2971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005840" y="3520440"/>
            <a:ext cx="0" cy="548640"/>
          </a:xfrm>
          <a:prstGeom prst="line">
            <a:avLst/>
          </a:prstGeom>
          <a:noFill/>
          <a:ln w="25400">
            <a:solidFill>
              <a:srgbClr val="D5DCE6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554480" y="292608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16" name="Text 13"/>
          <p:cNvSpPr/>
          <p:nvPr/>
        </p:nvSpPr>
        <p:spPr>
          <a:xfrm>
            <a:off x="1783080" y="29260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the change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783080" y="326440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the class, or call element.animate() from JavaScript.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31520" y="4069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1005840" y="4617720"/>
            <a:ext cx="0" cy="548640"/>
          </a:xfrm>
          <a:prstGeom prst="line">
            <a:avLst/>
          </a:prstGeom>
          <a:noFill/>
          <a:ln w="25400">
            <a:solidFill>
              <a:srgbClr val="D5DCE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554480" y="402336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22" name="Text 19"/>
          <p:cNvSpPr/>
          <p:nvPr/>
        </p:nvSpPr>
        <p:spPr>
          <a:xfrm>
            <a:off x="1783080" y="4023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interpolates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783080" y="436168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rendering engine computes every in-between frame for you.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31520" y="5166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1554480" y="512064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27" name="Text 24"/>
          <p:cNvSpPr/>
          <p:nvPr/>
        </p:nvSpPr>
        <p:spPr>
          <a:xfrm>
            <a:off x="1783080" y="51206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feel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783080" y="545896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duration and easing so the motion feels natural.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  —  How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-project/icons/icon-webs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57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Communication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60020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connections with WebSockets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874520"/>
            <a:ext cx="1069848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2148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ppt-project/icons/icon-w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27685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91640" y="2423160"/>
            <a:ext cx="9464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polling a server for updates wastes bandwidth and adds latency. Chat, live dashboards, and multiplayer features all need instant, two-way delivery.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31520" y="3977640"/>
            <a:ext cx="1069848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00584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ppt-project/icons/icon-w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437997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691640" y="4526280"/>
            <a:ext cx="9464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upgrades a single HTTP connection into a persistent, full-duplex channel — client and server can each send messages at any time, without reopening a connection.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  —  Why &amp; What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ppt-project/icons/icon-h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Communication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600200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05840" y="2423160"/>
            <a:ext cx="0" cy="548640"/>
          </a:xfrm>
          <a:prstGeom prst="line">
            <a:avLst/>
          </a:prstGeom>
          <a:noFill/>
          <a:ln w="25400">
            <a:solidFill>
              <a:srgbClr val="D5DCE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1554480" y="182880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10" name="Text 7"/>
          <p:cNvSpPr/>
          <p:nvPr/>
        </p:nvSpPr>
        <p:spPr>
          <a:xfrm>
            <a:off x="1783080" y="18288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connection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83080" y="216712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calls new WebSocket(url); the server accepts the upgrade.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2971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005840" y="3520440"/>
            <a:ext cx="0" cy="548640"/>
          </a:xfrm>
          <a:prstGeom prst="line">
            <a:avLst/>
          </a:prstGeom>
          <a:noFill/>
          <a:ln w="25400">
            <a:solidFill>
              <a:srgbClr val="D5DCE6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554480" y="292608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16" name="Text 13"/>
          <p:cNvSpPr/>
          <p:nvPr/>
        </p:nvSpPr>
        <p:spPr>
          <a:xfrm>
            <a:off x="1783080" y="29260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 completes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783080" y="326440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HTTP connection switches protocols to ws:// (or wss://).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31520" y="4069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1005840" y="4617720"/>
            <a:ext cx="0" cy="548640"/>
          </a:xfrm>
          <a:prstGeom prst="line">
            <a:avLst/>
          </a:prstGeom>
          <a:noFill/>
          <a:ln w="25400">
            <a:solidFill>
              <a:srgbClr val="D5DCE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554480" y="402336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22" name="Text 19"/>
          <p:cNvSpPr/>
          <p:nvPr/>
        </p:nvSpPr>
        <p:spPr>
          <a:xfrm>
            <a:off x="1783080" y="4023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messages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783080" y="436168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side calls send() and listens for onmessage, any time.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31520" y="5166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1554480" y="512064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27" name="Text 24"/>
          <p:cNvSpPr/>
          <p:nvPr/>
        </p:nvSpPr>
        <p:spPr>
          <a:xfrm>
            <a:off x="1783080" y="51206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when done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783080" y="545896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party closes the socket, ending the session cleanly.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  —  How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-project/icons/icon-wor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57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Processing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60020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Offloading work with Web Workers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874520"/>
            <a:ext cx="1069848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2148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ppt-project/icons/icon-w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27685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91640" y="2423160"/>
            <a:ext cx="9464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runs on a single main thread shared with the UI. A heavy computation there freezes scrolling, clicks, and animation until it finishes.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31520" y="3977640"/>
            <a:ext cx="1069848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00584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ppt-project/icons/icon-w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437997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691640" y="4526280"/>
            <a:ext cx="9464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Worker runs a script on a separate background thread with no DOM access, communicating with the main thread only through message passing.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  —  Why &amp; What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ppt-project/icons/icon-h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Processing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600200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05840" y="2423160"/>
            <a:ext cx="0" cy="548640"/>
          </a:xfrm>
          <a:prstGeom prst="line">
            <a:avLst/>
          </a:prstGeom>
          <a:noFill/>
          <a:ln w="25400">
            <a:solidFill>
              <a:srgbClr val="D5DCE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1554480" y="182880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10" name="Text 7"/>
          <p:cNvSpPr/>
          <p:nvPr/>
        </p:nvSpPr>
        <p:spPr>
          <a:xfrm>
            <a:off x="1783080" y="18288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the worker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83080" y="216712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thread creates it: new Worker("worker.js").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2971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005840" y="3520440"/>
            <a:ext cx="0" cy="548640"/>
          </a:xfrm>
          <a:prstGeom prst="line">
            <a:avLst/>
          </a:prstGeom>
          <a:noFill/>
          <a:ln w="25400">
            <a:solidFill>
              <a:srgbClr val="D5DCE6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554480" y="292608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16" name="Text 13"/>
          <p:cNvSpPr/>
          <p:nvPr/>
        </p:nvSpPr>
        <p:spPr>
          <a:xfrm>
            <a:off x="1783080" y="29260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data in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783080" y="326440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thread calls worker.postMessage() with the input.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31520" y="4069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1005840" y="4617720"/>
            <a:ext cx="0" cy="548640"/>
          </a:xfrm>
          <a:prstGeom prst="line">
            <a:avLst/>
          </a:prstGeom>
          <a:noFill/>
          <a:ln w="25400">
            <a:solidFill>
              <a:srgbClr val="D5DCE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554480" y="402336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22" name="Text 19"/>
          <p:cNvSpPr/>
          <p:nvPr/>
        </p:nvSpPr>
        <p:spPr>
          <a:xfrm>
            <a:off x="1783080" y="4023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runs off-thread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783080" y="436168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computes independently — the UI stays responsive.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31520" y="5166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1554480" y="512064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27" name="Text 24"/>
          <p:cNvSpPr/>
          <p:nvPr/>
        </p:nvSpPr>
        <p:spPr>
          <a:xfrm>
            <a:off x="1783080" y="51206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the result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783080" y="545896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calls postMessage() back; main thread handles onmessage.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  —  How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-project/icons/icon-packag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57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for Production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600200" y="11704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JavaScript with Webpack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874520"/>
            <a:ext cx="1069848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2148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ppt-project/icons/icon-w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27685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91640" y="2423160"/>
            <a:ext cx="9464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dozens of raw, unminified source files is slow to load and hard to cache efficiently. Production apps need fewer, smaller, optimized files.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31520" y="3977640"/>
            <a:ext cx="1069848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00584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ppt-project/icons/icon-w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437997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691640" y="4526280"/>
            <a:ext cx="9464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bundler resolves module imports into a dependency graph, then combines, minifies, and optimizes everything into a small set of deployable output files.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—  Why &amp; What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ppt-project/icons/icon-h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for Production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600200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05840" y="2423160"/>
            <a:ext cx="0" cy="548640"/>
          </a:xfrm>
          <a:prstGeom prst="line">
            <a:avLst/>
          </a:prstGeom>
          <a:noFill/>
          <a:ln w="25400">
            <a:solidFill>
              <a:srgbClr val="D5DCE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1554480" y="182880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10" name="Text 7"/>
          <p:cNvSpPr/>
          <p:nvPr/>
        </p:nvSpPr>
        <p:spPr>
          <a:xfrm>
            <a:off x="1783080" y="18288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an entry point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83080" y="216712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points at the root module, e.g. src/index.js.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29718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005840" y="3520440"/>
            <a:ext cx="0" cy="548640"/>
          </a:xfrm>
          <a:prstGeom prst="line">
            <a:avLst/>
          </a:prstGeom>
          <a:noFill/>
          <a:ln w="25400">
            <a:solidFill>
              <a:srgbClr val="D5DCE6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554480" y="292608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16" name="Text 13"/>
          <p:cNvSpPr/>
          <p:nvPr/>
        </p:nvSpPr>
        <p:spPr>
          <a:xfrm>
            <a:off x="1783080" y="29260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module graph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783080" y="326440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bundler follows every import/require automatically.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31520" y="4069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1005840" y="4617720"/>
            <a:ext cx="0" cy="548640"/>
          </a:xfrm>
          <a:prstGeom prst="line">
            <a:avLst/>
          </a:prstGeom>
          <a:noFill/>
          <a:ln w="25400">
            <a:solidFill>
              <a:srgbClr val="D5DCE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554480" y="402336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22" name="Text 19"/>
          <p:cNvSpPr/>
          <p:nvPr/>
        </p:nvSpPr>
        <p:spPr>
          <a:xfrm>
            <a:off x="1783080" y="4023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783080" y="436168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Minify, tree-shake unused code, and transpile for compatibility.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31520" y="5166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1554480" y="512064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F4F7FA"/>
          </a:solidFill>
          <a:ln/>
        </p:spPr>
      </p:sp>
      <p:sp>
        <p:nvSpPr>
          <p:cNvPr id="27" name="Text 24"/>
          <p:cNvSpPr/>
          <p:nvPr/>
        </p:nvSpPr>
        <p:spPr>
          <a:xfrm>
            <a:off x="1783080" y="51206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the bundle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783080" y="545896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production-ready bundle.js is emitted, ready to deploy.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—  How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840480" cy="384048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Why → What → How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Advanced Graphics   •   Animating the User Interface   •   Real-time Communication   •   Background Processing   •   Packaging for Production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983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2026-07-31T04:26:55Z</dcterms:created>
  <dcterms:modified xsi:type="dcterms:W3CDTF">2026-07-31T04:26:55Z</dcterms:modified>
</cp:coreProperties>
</file>